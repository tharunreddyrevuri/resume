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43" r:id="rId5"/>
  </p:sldMasterIdLst>
  <p:notesMasterIdLst>
    <p:notesMasterId r:id="rId7"/>
  </p:notesMasterIdLst>
  <p:handoutMasterIdLst>
    <p:handoutMasterId r:id="rId8"/>
  </p:handoutMasterIdLst>
  <p:sldIdLst>
    <p:sldId id="104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04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87DEC7-EEB2-41C0-97E9-A835D57A0F38}" v="1" dt="2022-04-18T03:16:11.9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36"/>
      </p:cViewPr>
      <p:guideLst>
        <p:guide orient="horz" pos="2341"/>
        <p:guide pos="3659"/>
      </p:guideLst>
    </p:cSldViewPr>
  </p:slideViewPr>
  <p:notesTextViewPr>
    <p:cViewPr>
      <p:scale>
        <a:sx n="100" d="100"/>
        <a:sy n="100" d="100"/>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19/04/2022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19/04/2022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dirty="0"/>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51"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75"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a:t>Click to </a:t>
            </a:r>
            <a:r>
              <a:rPr lang="fr-FR" err="1"/>
              <a:t>edit</a:t>
            </a:r>
            <a:r>
              <a:rPr lang="fr-FR"/>
              <a:t> Master </a:t>
            </a:r>
            <a:r>
              <a:rPr lang="fr-FR" err="1"/>
              <a:t>text</a:t>
            </a:r>
            <a:r>
              <a:rPr lang="fr-FR"/>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099"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23"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47"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7171"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4/19/2022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8195" name="think-cell Slide" r:id="rId4" imgW="360" imgH="360" progId="">
                  <p:embed/>
                </p:oleObj>
              </mc:Choice>
              <mc:Fallback>
                <p:oleObj name="think-cell Slide" r:id="rId4" imgW="360" imgH="360" progId="">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219"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43"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6227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27805760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2474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3175800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291" name="think-cell Slide" r:id="rId4" imgW="360" imgH="360" progId="">
                  <p:embed/>
                </p:oleObj>
              </mc:Choice>
              <mc:Fallback>
                <p:oleObj name="think-cell Slide" r:id="rId4" imgW="360" imgH="360" progId="">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13189723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3315" name="think-cell Slide" r:id="rId4" imgW="360" imgH="360" progId="">
                  <p:embed/>
                </p:oleObj>
              </mc:Choice>
              <mc:Fallback>
                <p:oleObj name="think-cell Slide" r:id="rId4" imgW="360" imgH="360" progId="">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247978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41481857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a:solidFill>
                  <a:schemeClr val="tx1"/>
                </a:solidFill>
              </a:rPr>
              <a:t>Learn more about us at</a:t>
            </a:r>
            <a:br>
              <a:rPr lang="en-US" sz="900">
                <a:solidFill>
                  <a:schemeClr val="tx1"/>
                </a:solidFill>
              </a:rPr>
            </a:br>
            <a:r>
              <a:rPr lang="en-US" sz="1400">
                <a:solidFill>
                  <a:schemeClr val="accent2"/>
                </a:solidFill>
              </a:rPr>
              <a:t>www.capgemini.com </a:t>
            </a:r>
          </a:p>
        </p:txBody>
      </p:sp>
    </p:spTree>
    <p:extLst>
      <p:ext uri="{BB962C8B-B14F-4D97-AF65-F5344CB8AC3E}">
        <p14:creationId xmlns:p14="http://schemas.microsoft.com/office/powerpoint/2010/main" val="14304967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4339" name="think-cell Slide" r:id="rId4" imgW="360" imgH="360" progId="">
                  <p:embed/>
                </p:oleObj>
              </mc:Choice>
              <mc:Fallback>
                <p:oleObj name="think-cell Slide" r:id="rId4" imgW="360" imgH="360" progId="">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378389502"/>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476250" y="2697163"/>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21275" y="2695575"/>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Achivement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382838"/>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509838"/>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a:t>Click to edit Master text styles</a:t>
            </a:r>
          </a:p>
          <a:p>
            <a:pPr lvl="1"/>
            <a:r>
              <a:rPr lang="en-US"/>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9671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27" name="think-cell Slide" r:id="rId25" imgW="360" imgH="360" progId="">
                  <p:embed/>
                </p:oleObj>
              </mc:Choice>
              <mc:Fallback>
                <p:oleObj name="think-cell Slide" r:id="rId25" imgW="360" imgH="36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err="1">
                <a:solidFill>
                  <a:schemeClr val="bg1">
                    <a:lumMod val="65000"/>
                  </a:schemeClr>
                </a:solidFill>
              </a:rPr>
              <a:t>PresentationTitle</a:t>
            </a:r>
            <a:r>
              <a:rPr lang="en-US">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67" name="think-cell Slide" r:id="rId14" imgW="360" imgH="360" progId="">
                  <p:embed/>
                </p:oleObj>
              </mc:Choice>
              <mc:Fallback>
                <p:oleObj name="think-cell Slide" r:id="rId14" imgW="360" imgH="360" progId="">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2017. All rights reserved  </a:t>
            </a:r>
            <a:r>
              <a:rPr lang="en-US">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434659500"/>
      </p:ext>
    </p:extLst>
  </p:cSld>
  <p:clrMap bg1="lt1" tx1="dk1" bg2="lt2" tx2="dk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2" r:id="rId8"/>
    <p:sldLayoutId id="2147483953" r:id="rId9"/>
    <p:sldLayoutId id="2147483954"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837113" y="2995613"/>
            <a:ext cx="4008437" cy="3621087"/>
          </a:xfrm>
        </p:spPr>
        <p:txBody>
          <a:bodyPr/>
          <a:lstStyle/>
          <a:p>
            <a:pPr>
              <a:lnSpc>
                <a:spcPct val="114000"/>
              </a:lnSpc>
            </a:pPr>
            <a:r>
              <a:rPr lang="en-IN" altLang="en-US" b="1" dirty="0"/>
              <a:t>AGRICULTURE CROP SYSTEM</a:t>
            </a:r>
          </a:p>
          <a:p>
            <a:pPr>
              <a:lnSpc>
                <a:spcPct val="114000"/>
              </a:lnSpc>
            </a:pPr>
            <a:r>
              <a:rPr lang="en-IN" altLang="en-US" sz="1050" dirty="0"/>
              <a:t>Working on end to end case study Online Agriculture crop System Application along with Eureka, Swagger </a:t>
            </a:r>
            <a:r>
              <a:rPr lang="en-US" altLang="en-US" sz="1050" dirty="0"/>
              <a:t>and Angular used for user interface.</a:t>
            </a:r>
            <a:endParaRPr lang="en-US" altLang="nl-NL" sz="1050" b="1" dirty="0"/>
          </a:p>
          <a:p>
            <a:pPr eaLnBrk="1" hangingPunct="1">
              <a:lnSpc>
                <a:spcPct val="114000"/>
              </a:lnSpc>
            </a:pPr>
            <a:endParaRPr lang="en-IN" altLang="nl-NL" b="1" dirty="0"/>
          </a:p>
          <a:p>
            <a:pPr eaLnBrk="1" hangingPunct="1">
              <a:lnSpc>
                <a:spcPct val="114000"/>
              </a:lnSpc>
            </a:pPr>
            <a:r>
              <a:rPr lang="en-IN" altLang="nl-NL" sz="1050" b="1" dirty="0"/>
              <a:t>Java Full Stack Developer in Degreed Platform</a:t>
            </a:r>
          </a:p>
          <a:p>
            <a:pPr eaLnBrk="1" hangingPunct="1">
              <a:lnSpc>
                <a:spcPct val="114000"/>
              </a:lnSpc>
            </a:pPr>
            <a:r>
              <a:rPr lang="en-IN" altLang="en-US" sz="1050" dirty="0"/>
              <a:t>Completed this course with optimal Knowledge of MVC ,Web API , RESTful services , Components.</a:t>
            </a:r>
          </a:p>
          <a:p>
            <a:pPr eaLnBrk="1" hangingPunct="1">
              <a:lnSpc>
                <a:spcPct val="114000"/>
              </a:lnSpc>
            </a:pPr>
            <a:endParaRPr lang="en-IN" altLang="nl-NL" dirty="0"/>
          </a:p>
          <a:p>
            <a:pPr eaLnBrk="1" hangingPunct="1">
              <a:lnSpc>
                <a:spcPct val="114000"/>
              </a:lnSpc>
            </a:pPr>
            <a:endParaRPr lang="en-IN" altLang="nl-NL" dirty="0"/>
          </a:p>
          <a:p>
            <a:pPr eaLnBrk="1" hangingPunct="1">
              <a:lnSpc>
                <a:spcPct val="114000"/>
              </a:lnSpc>
            </a:pPr>
            <a:endParaRPr lang="en-IN" altLang="nl-NL" dirty="0"/>
          </a:p>
          <a:p>
            <a:pPr eaLnBrk="1" hangingPunct="1">
              <a:lnSpc>
                <a:spcPct val="114000"/>
              </a:lnSpc>
            </a:pPr>
            <a:r>
              <a:rPr lang="en-IN" altLang="en-US" dirty="0"/>
              <a:t>                                                                       </a:t>
            </a:r>
          </a:p>
          <a:p>
            <a:pPr eaLnBrk="1" hangingPunct="1">
              <a:lnSpc>
                <a:spcPct val="114000"/>
              </a:lnSpc>
            </a:pPr>
            <a:r>
              <a:rPr lang="en-IN" altLang="en-US" dirty="0"/>
              <a:t> </a:t>
            </a:r>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716534"/>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2677"/>
            <a:ext cx="2374900" cy="295275"/>
          </a:xfrm>
        </p:spPr>
        <p:txBody>
          <a:bodyPr/>
          <a:lstStyle/>
          <a:p>
            <a:pPr eaLnBrk="1" hangingPunct="1"/>
            <a:r>
              <a:rPr lang="nl-NL" altLang="nl-NL" dirty="0"/>
              <a:t>Mumbai</a:t>
            </a:r>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28834" y="1613042"/>
            <a:ext cx="3826052" cy="153401"/>
          </a:xfrm>
        </p:spPr>
        <p:txBody>
          <a:bodyPr/>
          <a:lstStyle/>
          <a:p>
            <a:pPr eaLnBrk="1" hangingPunct="1"/>
            <a:r>
              <a:rPr lang="nl-NL" altLang="nl-NL" dirty="0"/>
              <a:t>Tharun.revuri@capgemini.com</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11462" y="1843215"/>
            <a:ext cx="2382837" cy="330200"/>
          </a:xfrm>
        </p:spPr>
        <p:txBody>
          <a:bodyPr/>
          <a:lstStyle/>
          <a:p>
            <a:pPr eaLnBrk="1" hangingPunct="1"/>
            <a:r>
              <a:rPr lang="nl-NL" altLang="nl-NL" dirty="0"/>
              <a:t>+91 7995266764</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230188" y="2953885"/>
            <a:ext cx="4265612" cy="3666444"/>
          </a:xfrm>
        </p:spPr>
        <p:txBody>
          <a:bodyPr vert="horz" lIns="0" tIns="0" rIns="0" bIns="0" rtlCol="0" anchor="t">
            <a:noAutofit/>
          </a:bodyPr>
          <a:lstStyle/>
          <a:p>
            <a:endParaRPr lang="en-US" sz="1050" dirty="0">
              <a:ea typeface="Verdana"/>
            </a:endParaRPr>
          </a:p>
          <a:p>
            <a:pPr marL="171450" indent="-171450">
              <a:buFont typeface="Arial" panose="020B0604020202020204" pitchFamily="34" charset="0"/>
              <a:buChar char="•"/>
            </a:pPr>
            <a:r>
              <a:rPr lang="en-US" sz="1050" dirty="0"/>
              <a:t>Hands on experience in creating </a:t>
            </a:r>
            <a:r>
              <a:rPr lang="en-US" sz="1050" b="1" dirty="0"/>
              <a:t>Web Application </a:t>
            </a:r>
            <a:r>
              <a:rPr lang="en-US" sz="1050" dirty="0"/>
              <a:t>with</a:t>
            </a:r>
            <a:r>
              <a:rPr lang="en-US" sz="1050" b="1" dirty="0"/>
              <a:t>  Spring Boot </a:t>
            </a:r>
            <a:r>
              <a:rPr lang="en-US" sz="1050" dirty="0"/>
              <a:t>and</a:t>
            </a:r>
            <a:r>
              <a:rPr lang="en-US" sz="1050" b="1" dirty="0"/>
              <a:t> Angular</a:t>
            </a:r>
            <a:r>
              <a:rPr lang="en-US" sz="1050" dirty="0"/>
              <a:t>.</a:t>
            </a:r>
          </a:p>
          <a:p>
            <a:pPr marL="171450" indent="-171450">
              <a:buFont typeface="Arial" panose="020B0604020202020204" pitchFamily="34" charset="0"/>
              <a:buChar char="•"/>
            </a:pPr>
            <a:r>
              <a:rPr lang="en-US" sz="1050" dirty="0"/>
              <a:t>Proficient in </a:t>
            </a:r>
            <a:r>
              <a:rPr lang="en-US" sz="1050" b="1" dirty="0"/>
              <a:t>JAVA and OOPs </a:t>
            </a:r>
            <a:r>
              <a:rPr lang="en-US" sz="1050" dirty="0"/>
              <a:t>concepts. </a:t>
            </a:r>
          </a:p>
          <a:p>
            <a:pPr marL="171450" indent="-171450">
              <a:buFont typeface="Arial" panose="020B0604020202020204" pitchFamily="34" charset="0"/>
              <a:buChar char="•"/>
            </a:pPr>
            <a:r>
              <a:rPr lang="en-US" sz="1050" dirty="0"/>
              <a:t>Hands on experience in developing web pages using </a:t>
            </a:r>
            <a:r>
              <a:rPr lang="en-US" sz="1050" b="1" dirty="0"/>
              <a:t>HTML5, CSS3, Object Oriented Programming,</a:t>
            </a:r>
            <a:r>
              <a:rPr lang="en-US" sz="1050" dirty="0"/>
              <a:t> python.</a:t>
            </a:r>
          </a:p>
          <a:p>
            <a:pPr marL="171450" indent="-171450">
              <a:buFont typeface="Arial" panose="020B0604020202020204" pitchFamily="34" charset="0"/>
              <a:buChar char="•"/>
            </a:pPr>
            <a:r>
              <a:rPr lang="en-IN" sz="1050" dirty="0"/>
              <a:t>Practical understanding of </a:t>
            </a:r>
            <a:r>
              <a:rPr lang="en-US" sz="1050" dirty="0"/>
              <a:t>rendering</a:t>
            </a:r>
            <a:r>
              <a:rPr lang="en-US" sz="1050" b="1" dirty="0"/>
              <a:t>  REST API</a:t>
            </a:r>
            <a:r>
              <a:rPr lang="en-IN" sz="1050" b="1" dirty="0"/>
              <a:t>.</a:t>
            </a:r>
            <a:endParaRPr lang="en-US" sz="1050" dirty="0"/>
          </a:p>
          <a:p>
            <a:pPr marL="171450" indent="-171450">
              <a:buFont typeface="Arial" panose="020B0604020202020204" pitchFamily="34" charset="0"/>
              <a:buChar char="•"/>
            </a:pPr>
            <a:r>
              <a:rPr lang="en-US" altLang="en-US" sz="1050" dirty="0"/>
              <a:t>Proficient </a:t>
            </a:r>
            <a:r>
              <a:rPr lang="en-US" altLang="en-US" sz="1050" b="1" dirty="0"/>
              <a:t>Angular developer</a:t>
            </a:r>
            <a:r>
              <a:rPr lang="en-US" altLang="en-US" sz="1050" dirty="0"/>
              <a:t> with working knowledge on </a:t>
            </a:r>
            <a:r>
              <a:rPr lang="en-US" altLang="en-US" sz="1050" b="1" dirty="0"/>
              <a:t>Angular</a:t>
            </a:r>
            <a:r>
              <a:rPr lang="en-US" altLang="en-US" sz="1050" dirty="0"/>
              <a:t>.</a:t>
            </a:r>
          </a:p>
          <a:p>
            <a:pPr marL="171450" indent="-171450">
              <a:buFont typeface="Arial" panose="020B0604020202020204" pitchFamily="34" charset="0"/>
              <a:buChar char="•"/>
            </a:pPr>
            <a:r>
              <a:rPr lang="en-US" altLang="nl-NL" sz="1050" dirty="0"/>
              <a:t>Implemented </a:t>
            </a:r>
            <a:r>
              <a:rPr lang="en-US" altLang="nl-NL" sz="1050" b="1" dirty="0"/>
              <a:t>Web API</a:t>
            </a:r>
            <a:r>
              <a:rPr lang="en-US" altLang="nl-NL" sz="1050" dirty="0"/>
              <a:t> and Angular in case study and up skilling this knowledge continuously.</a:t>
            </a:r>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7556" y="1961706"/>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rPr>
              <a:t>A4</a:t>
            </a:r>
          </a:p>
        </p:txBody>
      </p:sp>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1683843561"/>
              </p:ext>
            </p:extLst>
          </p:nvPr>
        </p:nvGraphicFramePr>
        <p:xfrm>
          <a:off x="9254067" y="1354667"/>
          <a:ext cx="2930846" cy="3738397"/>
        </p:xfrm>
        <a:graphic>
          <a:graphicData uri="http://schemas.openxmlformats.org/drawingml/2006/table">
            <a:tbl>
              <a:tblPr firstRow="1" bandRow="1">
                <a:tableStyleId>{0E3FDE45-AF77-4B5C-9715-49D594BDF05E}</a:tableStyleId>
              </a:tblPr>
              <a:tblGrid>
                <a:gridCol w="880533">
                  <a:extLst>
                    <a:ext uri="{9D8B030D-6E8A-4147-A177-3AD203B41FA5}">
                      <a16:colId xmlns:a16="http://schemas.microsoft.com/office/drawing/2014/main" val="3331298770"/>
                    </a:ext>
                  </a:extLst>
                </a:gridCol>
                <a:gridCol w="2050313">
                  <a:extLst>
                    <a:ext uri="{9D8B030D-6E8A-4147-A177-3AD203B41FA5}">
                      <a16:colId xmlns:a16="http://schemas.microsoft.com/office/drawing/2014/main" val="879084521"/>
                    </a:ext>
                  </a:extLst>
                </a:gridCol>
              </a:tblGrid>
              <a:tr h="407601">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JAVA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u="none" strike="noStrike" kern="1200" cap="none" spc="0" normalizeH="0" baseline="0" noProof="0" dirty="0">
                          <a:ln>
                            <a:noFill/>
                          </a:ln>
                          <a:effectLst/>
                          <a:uLnTx/>
                          <a:uFillTx/>
                        </a:rPr>
                        <a:t>Basics of java, Core Java,, Oops concepts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727898659"/>
                  </a:ext>
                </a:extLst>
              </a:tr>
              <a:tr h="72921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Framework-Angular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Fundamentals components , Type Script, Routing , Working with HTTP in Angular.</a:t>
                      </a:r>
                    </a:p>
                  </a:txBody>
                  <a:tcPr/>
                </a:tc>
                <a:extLst>
                  <a:ext uri="{0D108BD9-81ED-4DB2-BD59-A6C34878D82A}">
                    <a16:rowId xmlns:a16="http://schemas.microsoft.com/office/drawing/2014/main" val="668073409"/>
                  </a:ext>
                </a:extLst>
              </a:tr>
              <a:tr h="724325">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Angular</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Components, Services, Modules, Routing, Forms &amp; Validation</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42217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IN" sz="800" b="0" i="0" u="none" strike="noStrike" kern="1200" cap="none" spc="0" normalizeH="0" baseline="0">
                          <a:ln>
                            <a:noFill/>
                          </a:ln>
                          <a:solidFill>
                            <a:prstClr val="black"/>
                          </a:solidFill>
                          <a:effectLst/>
                          <a:uLnTx/>
                          <a:uFillTx/>
                          <a:latin typeface="Verdana" panose="020B0604030504040204" pitchFamily="34" charset="0"/>
                          <a:ea typeface="+mn-ea"/>
                          <a:cs typeface="+mn-cs"/>
                        </a:rPr>
                        <a:t>MongoDB basics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298680090"/>
                  </a:ext>
                </a:extLst>
              </a:tr>
              <a:tr h="42217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800" u="none" strike="noStrike" kern="1200" cap="none" spc="0" normalizeH="0" baseline="0" dirty="0">
                          <a:ln>
                            <a:noFill/>
                          </a:ln>
                          <a:solidFill>
                            <a:schemeClr val="tx1"/>
                          </a:solidFill>
                          <a:effectLst/>
                          <a:uLnTx/>
                          <a:uFillTx/>
                          <a:latin typeface="+mn-lt"/>
                          <a:ea typeface="+mn-ea"/>
                          <a:cs typeface="+mn-cs"/>
                        </a:rPr>
                        <a:t>HTML 5 &amp; CSS 3,JavaScript, Optimized UI Designed</a:t>
                      </a:r>
                    </a:p>
                  </a:txBody>
                  <a:tcPr/>
                </a:tc>
                <a:extLst>
                  <a:ext uri="{0D108BD9-81ED-4DB2-BD59-A6C34878D82A}">
                    <a16:rowId xmlns:a16="http://schemas.microsoft.com/office/drawing/2014/main" val="9512774"/>
                  </a:ext>
                </a:extLst>
              </a:tr>
              <a:tr h="36528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Tool ,Visual Studio 2019, Visual Studio code, Swagger, Postman</a:t>
                      </a:r>
                    </a:p>
                  </a:txBody>
                  <a:tcPr/>
                </a:tc>
                <a:extLst>
                  <a:ext uri="{0D108BD9-81ED-4DB2-BD59-A6C34878D82A}">
                    <a16:rowId xmlns:a16="http://schemas.microsoft.com/office/drawing/2014/main" val="645317192"/>
                  </a:ext>
                </a:extLst>
              </a:tr>
              <a:tr h="575697">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txBody>
                  <a:tcPr/>
                </a:tc>
                <a:extLst>
                  <a:ext uri="{0D108BD9-81ED-4DB2-BD59-A6C34878D82A}">
                    <a16:rowId xmlns:a16="http://schemas.microsoft.com/office/drawing/2014/main" val="2840432058"/>
                  </a:ext>
                </a:extLst>
              </a:tr>
            </a:tbl>
          </a:graphicData>
        </a:graphic>
      </p:graphicFrame>
      <p:sp>
        <p:nvSpPr>
          <p:cNvPr id="5" name="Rectangle 4">
            <a:extLst>
              <a:ext uri="{FF2B5EF4-FFF2-40B4-BE49-F238E27FC236}">
                <a16:creationId xmlns:a16="http://schemas.microsoft.com/office/drawing/2014/main" id="{4E726CED-1BAF-414A-893B-4626E9B6F2B4}"/>
              </a:ext>
            </a:extLst>
          </p:cNvPr>
          <p:cNvSpPr/>
          <p:nvPr/>
        </p:nvSpPr>
        <p:spPr>
          <a:xfrm>
            <a:off x="9448617" y="495670"/>
            <a:ext cx="2424112" cy="601383"/>
          </a:xfrm>
          <a:prstGeom prst="rect">
            <a:avLst/>
          </a:prstGeom>
        </p:spPr>
        <p:txBody>
          <a:bodyPr wrap="square">
            <a:spAutoFit/>
          </a:bodyPr>
          <a:lstStyle/>
          <a:p>
            <a:pPr lvl="0">
              <a:lnSpc>
                <a:spcPct val="114000"/>
              </a:lnSpc>
              <a:defRPr/>
            </a:pPr>
            <a:r>
              <a:rPr lang="en-US" sz="1000" b="0" i="0" dirty="0">
                <a:solidFill>
                  <a:srgbClr val="202124"/>
                </a:solidFill>
                <a:effectLst/>
                <a:latin typeface="arial" panose="020B0604020202020204" pitchFamily="34" charset="0"/>
              </a:rPr>
              <a:t>Bachelor Of Technology</a:t>
            </a:r>
          </a:p>
          <a:p>
            <a:pPr lvl="0">
              <a:lnSpc>
                <a:spcPct val="114000"/>
              </a:lnSpc>
              <a:defRPr/>
            </a:pPr>
            <a:r>
              <a:rPr lang="en-US" altLang="nl-NL" sz="1000" dirty="0">
                <a:solidFill>
                  <a:srgbClr val="202124"/>
                </a:solidFill>
                <a:latin typeface="arial" panose="020B0604020202020204" pitchFamily="34" charset="0"/>
              </a:rPr>
              <a:t>Information Technology</a:t>
            </a:r>
            <a:endParaRPr lang="en-US" altLang="nl-NL" sz="1000" dirty="0">
              <a:solidFill>
                <a:prstClr val="black"/>
              </a:solidFill>
              <a:latin typeface="Verdana" panose="020B0604030504040204" pitchFamily="34" charset="0"/>
            </a:endParaRPr>
          </a:p>
          <a:p>
            <a:pPr lvl="0">
              <a:lnSpc>
                <a:spcPct val="114000"/>
              </a:lnSpc>
              <a:defRPr/>
            </a:pPr>
            <a:r>
              <a:rPr lang="en-US" altLang="nl-NL" sz="1000" dirty="0">
                <a:solidFill>
                  <a:prstClr val="black"/>
                </a:solidFill>
                <a:latin typeface="Verdana" panose="020B0604030504040204" pitchFamily="34" charset="0"/>
              </a:rPr>
              <a:t>YEAR:2017-2021</a:t>
            </a:r>
          </a:p>
        </p:txBody>
      </p:sp>
      <p:sp>
        <p:nvSpPr>
          <p:cNvPr id="6" name="Rectangle 5">
            <a:extLst>
              <a:ext uri="{FF2B5EF4-FFF2-40B4-BE49-F238E27FC236}">
                <a16:creationId xmlns:a16="http://schemas.microsoft.com/office/drawing/2014/main" id="{1616387D-79C4-4D2C-8F4C-617036B1459A}"/>
              </a:ext>
            </a:extLst>
          </p:cNvPr>
          <p:cNvSpPr/>
          <p:nvPr/>
        </p:nvSpPr>
        <p:spPr>
          <a:xfrm>
            <a:off x="9374109" y="1112443"/>
            <a:ext cx="567784" cy="246221"/>
          </a:xfrm>
          <a:prstGeom prst="rect">
            <a:avLst/>
          </a:prstGeom>
        </p:spPr>
        <p:txBody>
          <a:bodyPr wrap="none">
            <a:spAutoFit/>
          </a:bodyPr>
          <a:lstStyle/>
          <a:p>
            <a:r>
              <a:rPr lang="en-US" altLang="nl-NL" sz="1000" b="1" dirty="0">
                <a:solidFill>
                  <a:srgbClr val="0070AD"/>
                </a:solidFill>
                <a:latin typeface="Verdana" panose="020B0604030504040204" pitchFamily="34" charset="0"/>
              </a:rPr>
              <a:t>Skills</a:t>
            </a:r>
            <a:endParaRPr lang="en-US" sz="1000" dirty="0"/>
          </a:p>
        </p:txBody>
      </p:sp>
      <p:sp>
        <p:nvSpPr>
          <p:cNvPr id="8" name="Text Placeholder 7">
            <a:extLst>
              <a:ext uri="{FF2B5EF4-FFF2-40B4-BE49-F238E27FC236}">
                <a16:creationId xmlns:a16="http://schemas.microsoft.com/office/drawing/2014/main" id="{F062869B-D723-4FEB-A15C-4D5427D4548C}"/>
              </a:ext>
            </a:extLst>
          </p:cNvPr>
          <p:cNvSpPr>
            <a:spLocks noGrp="1"/>
          </p:cNvSpPr>
          <p:nvPr>
            <p:ph type="body" sz="quarter" idx="41"/>
          </p:nvPr>
        </p:nvSpPr>
        <p:spPr>
          <a:xfrm>
            <a:off x="2468282" y="239308"/>
            <a:ext cx="6223654" cy="306703"/>
          </a:xfrm>
        </p:spPr>
        <p:txBody>
          <a:bodyPr/>
          <a:lstStyle/>
          <a:p>
            <a:r>
              <a:rPr lang="en-IN" dirty="0"/>
              <a:t>Revuri Tharun</a:t>
            </a:r>
          </a:p>
        </p:txBody>
      </p:sp>
      <p:pic>
        <p:nvPicPr>
          <p:cNvPr id="17" name="Picture Placeholder 16">
            <a:extLst>
              <a:ext uri="{FF2B5EF4-FFF2-40B4-BE49-F238E27FC236}">
                <a16:creationId xmlns:a16="http://schemas.microsoft.com/office/drawing/2014/main" id="{B5B6EEE1-0BB6-4C6F-A441-43DC1CA27093}"/>
              </a:ext>
            </a:extLst>
          </p:cNvPr>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a:stretch/>
        </p:blipFill>
        <p:spPr>
          <a:xfrm>
            <a:off x="456516" y="195543"/>
            <a:ext cx="1595521" cy="1735628"/>
          </a:xfrm>
        </p:spPr>
      </p:pic>
    </p:spTree>
    <p:extLst>
      <p:ext uri="{BB962C8B-B14F-4D97-AF65-F5344CB8AC3E}">
        <p14:creationId xmlns:p14="http://schemas.microsoft.com/office/powerpoint/2010/main" val="203152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E55B06761ED34CB80ACEEC932382C8" ma:contentTypeVersion="11" ma:contentTypeDescription="Create a new document." ma:contentTypeScope="" ma:versionID="a032bf2ff430f9ec2d9072ea4ddccf94">
  <xsd:schema xmlns:xsd="http://www.w3.org/2001/XMLSchema" xmlns:xs="http://www.w3.org/2001/XMLSchema" xmlns:p="http://schemas.microsoft.com/office/2006/metadata/properties" xmlns:ns2="e228188f-2722-48a5-a8b1-93d2645b5710" targetNamespace="http://schemas.microsoft.com/office/2006/metadata/properties" ma:root="true" ma:fieldsID="3de59e3f18c54118ff9bdb44d6f5f4c4" ns2:_="">
    <xsd:import namespace="e228188f-2722-48a5-a8b1-93d2645b571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_Flow_SignoffStatu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28188f-2722-48a5-a8b1-93d2645b57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_Flow_SignoffStatus" ma:index="12" nillable="true" ma:displayName="Sign-off status" ma:internalName="Sign_x002d_off_x0020_status">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e228188f-2722-48a5-a8b1-93d2645b571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FE7C98-E65F-4069-952A-83BE69BF0592}">
  <ds:schemaRefs>
    <ds:schemaRef ds:uri="e228188f-2722-48a5-a8b1-93d2645b57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30857F-5B57-4BA6-87F2-356B3F6438EF}">
  <ds:schemaRefs>
    <ds:schemaRef ds:uri="e228188f-2722-48a5-a8b1-93d2645b571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9773B3-BEED-4422-883D-E6632C7C71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2481</TotalTime>
  <Words>230</Words>
  <Application>Microsoft Office PowerPoint</Application>
  <PresentationFormat>Widescreen</PresentationFormat>
  <Paragraphs>52</Paragraphs>
  <Slides>1</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8" baseType="lpstr">
      <vt:lpstr>Arial</vt:lpstr>
      <vt:lpstr>Arial</vt:lpstr>
      <vt:lpstr>Verdana</vt:lpstr>
      <vt:lpstr>Wingdings</vt:lpstr>
      <vt:lpstr>1_CG_2012_Template</vt:lpstr>
      <vt:lpstr>1_Capgemini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Revuri, Tharun</cp:lastModifiedBy>
  <cp:revision>57</cp:revision>
  <dcterms:created xsi:type="dcterms:W3CDTF">2020-09-22T06:24:34Z</dcterms:created>
  <dcterms:modified xsi:type="dcterms:W3CDTF">2022-04-19T02:40:46Z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0x01010044E55B06761ED34CB80ACEEC932382C8</vt:lpwstr>
  </property>
</Properties>
</file>